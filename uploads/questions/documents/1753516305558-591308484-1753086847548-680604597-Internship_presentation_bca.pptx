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  <p:sldId id="300" r:id="rId3"/>
    <p:sldId id="301" r:id="rId4"/>
    <p:sldId id="314" r:id="rId5"/>
    <p:sldId id="305" r:id="rId6"/>
    <p:sldId id="313" r:id="rId7"/>
    <p:sldId id="310" r:id="rId8"/>
    <p:sldId id="312" r:id="rId9"/>
    <p:sldId id="264" r:id="rId10"/>
    <p:sldId id="30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65" d="100"/>
          <a:sy n="65" d="100"/>
        </p:scale>
        <p:origin x="9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2C39-EDB1-9FAE-E38C-089E1FF95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26D433-42DF-CB72-DB6E-6B5427BB1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75901-018E-8F24-C3AB-C898851A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760FA-26B0-4FCA-8271-0B4DA655020B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C5926-1695-9465-0958-9B5F0AB89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7795F-3A82-4821-7035-E09CCC3F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2FA-BC3A-4562-BF0E-3A1072631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6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D4926-DB92-27AA-61F6-F238916C2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752F3-0215-9A32-EB0A-EFE6AB84D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065AB-A203-4F5B-B1C8-AEBB0041B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760FA-26B0-4FCA-8271-0B4DA655020B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FC575-D00D-FE16-ADAD-04334ACE3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34CE3-72BD-3BB3-A5B8-8DF536ABB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2FA-BC3A-4562-BF0E-3A1072631E9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5606E3-4F94-C24E-AA29-DEACE04BE86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426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B39FD-9E78-29EF-AE8F-6E7456FDA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2F633-682C-2A32-C144-02813E676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EF178-ADE5-B036-BB70-F84414325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760FA-26B0-4FCA-8271-0B4DA655020B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72F33-DCC4-C0EA-3B7C-26212F4C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2F862-F997-5203-F0B2-6B243A92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2FA-BC3A-4562-BF0E-3A1072631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41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B5052-5AE8-2C5E-BFC3-10509694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94EF7-D5A7-E0C3-1E80-CE7A9CCBD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D99D7-1BA9-2B74-ED04-A82E58159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7C3F6-17F9-F93B-2042-F8B5830C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760FA-26B0-4FCA-8271-0B4DA655020B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A797E-7333-0F00-B6F2-C05FC052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3C18F-31A2-6C58-4818-EACB20BF5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2FA-BC3A-4562-BF0E-3A1072631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26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04A7-CEC3-A777-5F06-DAD39FB14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01C06-E7E7-7F2E-1119-4381316E7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29F07-3587-79C3-A9DC-D9DBE0365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A0FD81-B038-439A-7196-A64E7BBB5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CBA72E-3C14-AF88-43F0-0E1DEC2A5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0ACDA9-6D60-46DA-8A7C-D7778A82D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760FA-26B0-4FCA-8271-0B4DA655020B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895FFD-E005-6FF7-9CA6-18859DB4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414B23-F972-9502-A41C-C0E659B1F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2FA-BC3A-4562-BF0E-3A1072631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24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7F62-D107-61A6-8097-A5AD681AB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33CA48-F57E-C741-CF72-9679B89A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760FA-26B0-4FCA-8271-0B4DA655020B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09A28-D816-BEF5-C22D-EAD6A1723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3C905-5865-DE06-0BE8-E5CDDE39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2FA-BC3A-4562-BF0E-3A1072631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39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B0D120-16C9-3966-BF59-949D88F71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760FA-26B0-4FCA-8271-0B4DA655020B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7523DE-7D6F-1311-7AEC-7497D7F50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891E2-ED57-B083-F5B5-DEABE770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2FA-BC3A-4562-BF0E-3A1072631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5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2C57-497E-EC33-FAA8-08187DBC7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42767-CDF3-B95B-CD56-AABCC6F47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0DF69-312D-28AE-EE18-E2460E8D5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65681-B9F4-4829-4563-E0C9B57DD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760FA-26B0-4FCA-8271-0B4DA655020B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E3C42-455C-A9BC-3321-0E226FC12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C0840-0634-3523-B859-76F164B4B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2FA-BC3A-4562-BF0E-3A1072631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05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1197-649B-D979-B6BB-D4296BB1E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07646D-840E-1851-42B9-B564DFB93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029B2-7287-F3A6-0B15-0DB90BA34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8C31D-A1D2-3184-05F9-92A8EEAD7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760FA-26B0-4FCA-8271-0B4DA655020B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EC8C1-4E25-81D2-EE44-3AF020E54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B961A-43F0-334F-D4AF-F3136D079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2FA-BC3A-4562-BF0E-3A1072631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3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2DAAF-DFBF-B737-F6CD-1DE8FBFEE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FE39E0-C82A-7611-74C9-22A5BACEC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1CEAB-2493-5052-2775-44A13C0B0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760FA-26B0-4FCA-8271-0B4DA655020B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9B3F6-447E-5997-B705-22EA11CB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CF35E-8654-B845-25F6-943019B66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2FA-BC3A-4562-BF0E-3A1072631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67F89-AB6B-4D41-32F1-BD52C4000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AD05ED-6622-99F9-81F9-1C15EBE03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5D015-269C-AE3C-2287-3A9E620C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760FA-26B0-4FCA-8271-0B4DA655020B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ACFBF-3B83-AF18-B055-A4D2F215C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DE188-0C29-091C-D3AC-51CBD321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62FA-BC3A-4562-BF0E-3A1072631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81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Deerwalk Sifal School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95535" y="6372226"/>
            <a:ext cx="1186665" cy="365125"/>
          </a:xfrm>
          <a:prstGeom prst="rect">
            <a:avLst/>
          </a:prstGeom>
        </p:spPr>
        <p:txBody>
          <a:bodyPr/>
          <a:lstStyle/>
          <a:p>
            <a:fld id="{4614B2BA-E66D-47FE-828D-012D5A4CDE50}" type="datetime1">
              <a:rPr lang="en-US" smtClean="0">
                <a:solidFill>
                  <a:prstClr val="black"/>
                </a:solidFill>
              </a:rPr>
              <a:t>3/4/2025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56488" y="127952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82200" y="6372226"/>
            <a:ext cx="685800" cy="357187"/>
          </a:xfrm>
          <a:prstGeom prst="rect">
            <a:avLst/>
          </a:prstGeom>
        </p:spPr>
        <p:txBody>
          <a:bodyPr/>
          <a:lstStyle/>
          <a:p>
            <a:fld id="{6A1D6A2C-28FD-4EC8-AFA1-12E2DE27D609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SmartArt Placeholder 9"/>
          <p:cNvSpPr>
            <a:spLocks noGrp="1"/>
          </p:cNvSpPr>
          <p:nvPr>
            <p:ph type="dgm" sz="quarter" idx="13"/>
          </p:nvPr>
        </p:nvSpPr>
        <p:spPr>
          <a:xfrm>
            <a:off x="1449388" y="3400425"/>
            <a:ext cx="9218612" cy="201613"/>
          </a:xfrm>
        </p:spPr>
        <p:txBody>
          <a:bodyPr/>
          <a:lstStyle/>
          <a:p>
            <a:endParaRPr lang="en-US"/>
          </a:p>
        </p:txBody>
      </p:sp>
      <p:cxnSp>
        <p:nvCxnSpPr>
          <p:cNvPr id="12" name="Straight Connector 11"/>
          <p:cNvCxnSpPr>
            <a:stCxn id="10" idx="1"/>
          </p:cNvCxnSpPr>
          <p:nvPr userDrawn="1"/>
        </p:nvCxnSpPr>
        <p:spPr>
          <a:xfrm>
            <a:off x="1449388" y="3501232"/>
            <a:ext cx="9307655" cy="873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801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E6C37A-0391-97D8-507E-444596004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0B19D-6806-08F2-16C0-BCC23E0E0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552BC-8DA4-F009-F936-5ADE5D2E5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760FA-26B0-4FCA-8271-0B4DA655020B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D0307-C13F-FCB8-5337-3D29539F2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87A16-EC88-AE6E-8BAE-ED3C56C70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962FA-BC3A-4562-BF0E-3A1072631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5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[ </a:t>
            </a:r>
            <a:r>
              <a:rPr lang="en-US" dirty="0">
                <a:solidFill>
                  <a:srgbClr val="00B0F0"/>
                </a:solidFill>
              </a:rPr>
              <a:t>Title of the</a:t>
            </a:r>
            <a:r>
              <a:rPr lang="en-GB" altLang="en-US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Project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]</a:t>
            </a:r>
          </a:p>
        </p:txBody>
      </p:sp>
      <p:sp>
        <p:nvSpPr>
          <p:cNvPr id="8" name="Subtitle 6"/>
          <p:cNvSpPr txBox="1">
            <a:spLocks/>
          </p:cNvSpPr>
          <p:nvPr/>
        </p:nvSpPr>
        <p:spPr>
          <a:xfrm>
            <a:off x="1254034" y="3754438"/>
            <a:ext cx="9566366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[ </a:t>
            </a:r>
            <a:r>
              <a:rPr lang="en-US" dirty="0">
                <a:solidFill>
                  <a:srgbClr val="00B0F0"/>
                </a:solidFill>
              </a:rPr>
              <a:t>Roll Number | Name </a:t>
            </a:r>
            <a:r>
              <a:rPr lang="en-US" dirty="0"/>
              <a:t>]</a:t>
            </a:r>
          </a:p>
          <a:p>
            <a:r>
              <a:rPr lang="en-US" dirty="0"/>
              <a:t>Internship Final Defense– </a:t>
            </a:r>
            <a:r>
              <a:rPr lang="en-GB" altLang="en-US" dirty="0"/>
              <a:t>Course Code</a:t>
            </a:r>
            <a:r>
              <a:rPr lang="en-US" dirty="0"/>
              <a:t>– Class of 2077</a:t>
            </a:r>
            <a:r>
              <a:rPr lang="en-GB" dirty="0"/>
              <a:t>-BCA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878865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Company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Company Name:</a:t>
            </a:r>
          </a:p>
          <a:p>
            <a:r>
              <a:rPr lang="en-US" sz="2800" dirty="0"/>
              <a:t>No. of Employees:</a:t>
            </a:r>
          </a:p>
          <a:p>
            <a:r>
              <a:rPr lang="en-US" sz="2800" dirty="0"/>
              <a:t>Product Name: (You are working on)</a:t>
            </a:r>
          </a:p>
          <a:p>
            <a:r>
              <a:rPr lang="en-US" sz="2800" dirty="0"/>
              <a:t>Mentor:</a:t>
            </a:r>
          </a:p>
          <a:p>
            <a:r>
              <a:rPr lang="en-US" sz="2800" dirty="0"/>
              <a:t>Supervisor: </a:t>
            </a:r>
          </a:p>
          <a:p>
            <a:r>
              <a:rPr lang="en-US" sz="2800" dirty="0"/>
              <a:t>Start Date:</a:t>
            </a:r>
          </a:p>
          <a:p>
            <a:r>
              <a:rPr lang="en-US" sz="2800" dirty="0"/>
              <a:t>End Date: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6A2C-28FD-4EC8-AFA1-12E2DE27D609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079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Work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Include the domain of your internship</a:t>
            </a:r>
          </a:p>
          <a:p>
            <a:r>
              <a:rPr lang="en-US" dirty="0"/>
              <a:t>Explain what your product is about??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6A2C-28FD-4EC8-AFA1-12E2DE27D609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778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Scope and Limitation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 the scope and limitation of the project that you have worked on during your Internship.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6A2C-28FD-4EC8-AFA1-12E2DE27D609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45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Role as Intern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50916"/>
          </a:xfrm>
        </p:spPr>
        <p:txBody>
          <a:bodyPr>
            <a:noAutofit/>
          </a:bodyPr>
          <a:lstStyle/>
          <a:p>
            <a:r>
              <a:rPr lang="en-US" dirty="0"/>
              <a:t>Include the roles that assigned to you during your internship period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6A2C-28FD-4EC8-AFA1-12E2DE27D609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34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Workflow of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6A2C-28FD-4EC8-AFA1-12E2DE27D609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082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Assigned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Mention the work that you have done with the screenshots (if possible) and time you have invested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6A2C-28FD-4EC8-AFA1-12E2DE27D609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687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 have learnt??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mention what you have learnt during your internship period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6A2C-28FD-4EC8-AFA1-12E2DE27D609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293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6A2C-28FD-4EC8-AFA1-12E2DE27D609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739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Any Queries ???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6A2C-28FD-4EC8-AFA1-12E2DE27D609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254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155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Company Profile</vt:lpstr>
      <vt:lpstr>Work Domain</vt:lpstr>
      <vt:lpstr>Scope and Limitation</vt:lpstr>
      <vt:lpstr>Role as Intern</vt:lpstr>
      <vt:lpstr>Workflow of Internship</vt:lpstr>
      <vt:lpstr>Assigned Tasks</vt:lpstr>
      <vt:lpstr>What I have learnt??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shyam sunder khatiwada</dc:creator>
  <cp:lastModifiedBy>shyam sunder khatiwada</cp:lastModifiedBy>
  <cp:revision>1</cp:revision>
  <dcterms:created xsi:type="dcterms:W3CDTF">2025-03-04T08:01:52Z</dcterms:created>
  <dcterms:modified xsi:type="dcterms:W3CDTF">2025-03-04T08:08:15Z</dcterms:modified>
</cp:coreProperties>
</file>