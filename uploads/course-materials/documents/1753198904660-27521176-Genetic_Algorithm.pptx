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B9C8-3B4A-D6CF-CA85-094B8BE2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F1777-86F2-C1C6-EAB0-30EE3C26E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79601-D8B1-E4D8-B83B-DB86A0E8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C6770-065E-A3DA-F0D4-871475D8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9530-5D29-9E7F-B70A-59A7B224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7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D52A-C9D1-BD8F-4F3D-AC37C98B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02ACA-53C9-C0CA-3956-38C06C9E0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41511-83CF-8E21-01B2-C3CE0D07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B112-1746-C645-7DC7-7B4006B3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20A0-D534-F7CC-5FAA-5A1AAD4D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7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6331-5FDB-CAC7-B19C-74DC3694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906F4-4CF0-AE2F-51AA-5D3CF261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8DB79-6D5B-3CD6-4707-5398AFF0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1A462-5DF3-7AED-AC56-96BEC11D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5953-FA4E-0CD9-45E1-5C37B0B0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5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6211-07AD-84B1-65A9-241A62D2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6BD65-AD74-355A-CC8F-01B3295AA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46124-D133-E291-975C-DFC246162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E6ADE-5479-FDB4-0EE3-49B7370F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A9CB4-DE27-3E15-5007-97E7C81D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04060-DC49-CF53-8CC8-138C4FBF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48D7-C664-58F6-1EC0-5B395E68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892F4-919F-0763-6C67-D55D640EF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13B2C-E02D-ED0C-A2E4-E3CCFB22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79B18-48CF-33B6-C495-9232F16F1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D6D35-A56C-F75A-377F-A5C7416BD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02EEE-B04E-1C22-B888-85BBC177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4947D-4417-E87F-F599-E6C24AFB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4048C-307D-C135-09FA-0FE7BA15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6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F0D2E-D387-D923-EAEA-CEC12DAD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5C48B3-DDA3-1737-6C5E-BC73715C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FF762-CD38-B5F5-F59D-BA3EC79F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AF7EB-B0F3-EC4B-DF2A-8C1B51AC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5A6A9-F607-A39A-A28E-A1D1DF16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644BF0-324A-C8BC-B693-B50A34FA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F4EA4-E613-EB9C-AD3B-D6BE54A0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0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885D-E324-E03A-919A-5CC38575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171-8AB3-1D4D-464B-D6D0A2380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BE0F3-F64D-1281-7D1E-ECE0246F6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F02B-BA13-4E22-F6B7-08AA2674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BD552-1D6C-BE60-6423-59AF3156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BC6E3-0566-3D96-7D03-9D34370E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04E7-97C6-B775-078C-B513389E7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5F757-5E74-1037-0E17-1B943801C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BAEF5-0418-33AA-0397-61A08BB2B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0C6AE-695A-E76A-DECA-069137DB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0897E-F9B8-8202-2A05-0AEDF4913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B7616-689A-E28F-5DC0-938D5E45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2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4EE8-0403-91D8-E726-66E7C318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549E4-611D-0989-5F3E-AE82B36C0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D6E63-F480-855A-FA90-02D52F2E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F59E1-AD01-062F-92C8-89921729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DEC16-0AE2-32C3-8C61-C38DA864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5BDB7A-542C-BA1A-4487-57A0D8ECA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EED50-5EAE-7BA1-FF7C-A17EDB74C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B4269-645F-A6E1-B671-4AFB89450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5C4C9-5509-9AC4-D32F-73832058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576B6-3666-06D4-C3AE-718C769B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8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17FD5-8B39-BD0F-89DA-22499343D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CD51E-5643-E55B-3586-5AA2EFDE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84027-138E-D30C-454F-502A03998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59E7F-D916-4846-B1E0-31AB7ACB1CF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84C36-490D-625D-C112-4AD8DF474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BAF7C-7C0C-6D06-7D42-203FFB144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D60F6-8819-41AC-A7DD-93CFA1C5E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C30F-55E6-6A5E-29F0-DA30B4A3F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</a:t>
            </a:r>
            <a:r>
              <a:rPr lang="en-US" dirty="0"/>
              <a:t> Algorithm(</a:t>
            </a:r>
            <a:r>
              <a:rPr lang="en-US" sz="4400" dirty="0"/>
              <a:t>John Holland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301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96B6-049F-4D55-9831-B36B18E6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5DA1-0751-73BC-4F1F-2EF403AA0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components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a simple 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89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DE7A-9208-5465-86F4-7A57937F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Genetic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A81A9-1E6B-FE18-37D4-4A79BB434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Genetic Algorithms (GAs) are optimization techniques inspired by the process of natural selection and evolution.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Inspiration from Natural Evolution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Mimics concepts like survival of the fittest, reproduction, and mutation.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Concepts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smallest units of information (e.g., binary digits).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Chromosomes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collection of genes representing a potential solution.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set of chromosomes evolving over generations.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3952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926E-2CBC-6E51-06F1-920C5065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Components of Genetic Algorithms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537B-9C22-A9BF-88DF-42FAE0020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(Encoding)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How solutions are encoded (e.g., binary, real-valued).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Creating an initial population of random solutions.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 Function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Evaluates how "good" a solution is (e.g., maximizing or minimizing a value).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Choosing the best individuals to pass their genes to the next generation.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Crossover (Recombination)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Combining genes of two parents to create offspring.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Randomly altering genes to introduce diversity.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11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C20C-9DA3-3348-8F5B-5453F418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Genetic Algorithm Workflow</a:t>
            </a:r>
            <a:b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2ED4-3ECE-539B-5340-4F17EBEE4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5579806"/>
          </a:xfrm>
        </p:spPr>
        <p:txBody>
          <a:bodyPr>
            <a:normAutofit lnSpcReduction="10000"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 a population.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fitness of each individual.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individuals.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crossover and mutation to create a new population.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a stopping condition is met (e.g., max generations).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Iterative Evolution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population evolves over generations, improving fitness over time.</a:t>
            </a:r>
          </a:p>
          <a:p>
            <a:endParaRPr lang="en-US" dirty="0"/>
          </a:p>
        </p:txBody>
      </p:sp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4739FCDD-91B9-32C5-17CE-FDECF30A8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080" y="436246"/>
            <a:ext cx="4185920" cy="475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F703-E916-D227-DBD8-A2F96D5D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AEC2-49D3-632E-0753-322CE98BD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solve complex, non-linear problems.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require derivative information.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parallelizable.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 for large populations.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guarantee of finding the global optimum.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tuning of parameters (e.g., mutation rate).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04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8C24-23AD-F9F7-EA7C-F1C862DC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Applications of Genetic Algorithms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A28D-3C80-CE79-1340-3B175FA7F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Problems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Solving problems with multiple constraints (e.g., scheduling, routing).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Feature selection, hyperparameter tuning.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Path planning, control systems.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AI for NPCs, procedural content generation.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12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D380-390C-5954-F90E-E2926629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Solving a Simple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D6486-0FB1-F7FB-CCA5-8A271EBD7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Maximize the decimal value of a binary string.</a:t>
            </a:r>
          </a:p>
          <a:p>
            <a:pPr>
              <a:spcAft>
                <a:spcPts val="300"/>
              </a:spcAft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Implementation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Population of binary strings evolves over generations.</a:t>
            </a:r>
          </a:p>
          <a:p>
            <a:pPr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 function calculates the decimal value.</a:t>
            </a:r>
          </a:p>
          <a:p>
            <a:pPr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Selection, crossover, and mutation are applied iteratively.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Analysis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algorithms converges to the optimal solution (e.g., [1,1,1,1,1,1,1,1] with fitness of 255.)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9B0302A-6320-FE0A-610B-C7D0596B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Results and Analysis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: The algorithm converges to the optimal solution (e.g.,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[1, 1, 1, 1, 1, 1, 1, 1]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 with a fitness of 255).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780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4179-7921-08DF-A1BC-4C960FF04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Algorithms are powerful optimization tools inspired by natural evolution.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involve representation, fitness evaluation, selection, crossover, and mutation.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approaches combining GAs with other techniques.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emerging fields like quantum computing and bioinformatics.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05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509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Times New Roman</vt:lpstr>
      <vt:lpstr>var(--ds-font-family-code)</vt:lpstr>
      <vt:lpstr>Wingdings</vt:lpstr>
      <vt:lpstr>Office Theme</vt:lpstr>
      <vt:lpstr>Genetic Algorithm(John Holland)</vt:lpstr>
      <vt:lpstr>Agenda</vt:lpstr>
      <vt:lpstr>Introduction to Genetic Algorithms</vt:lpstr>
      <vt:lpstr>Basic Components of Genetic Algorithms</vt:lpstr>
      <vt:lpstr> Genetic Algorithm Workflow </vt:lpstr>
      <vt:lpstr>Advantages and Disadvantages</vt:lpstr>
      <vt:lpstr> Applications of Genetic Algorithms</vt:lpstr>
      <vt:lpstr>Solving a Simple Problem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prerana koirala</dc:creator>
  <cp:lastModifiedBy>prerana koirala</cp:lastModifiedBy>
  <cp:revision>4</cp:revision>
  <dcterms:created xsi:type="dcterms:W3CDTF">2025-01-03T12:07:42Z</dcterms:created>
  <dcterms:modified xsi:type="dcterms:W3CDTF">2025-01-03T13:03:50Z</dcterms:modified>
</cp:coreProperties>
</file>