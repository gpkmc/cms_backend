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6"/>
  </p:notesMasterIdLst>
  <p:handoutMasterIdLst>
    <p:handoutMasterId r:id="rId17"/>
  </p:handoutMasterIdLst>
  <p:sldIdLst>
    <p:sldId id="278" r:id="rId5"/>
    <p:sldId id="282" r:id="rId6"/>
    <p:sldId id="271" r:id="rId7"/>
    <p:sldId id="283" r:id="rId8"/>
    <p:sldId id="284" r:id="rId9"/>
    <p:sldId id="288" r:id="rId10"/>
    <p:sldId id="290" r:id="rId11"/>
    <p:sldId id="295" r:id="rId12"/>
    <p:sldId id="294" r:id="rId13"/>
    <p:sldId id="292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BD0DE0-2891-49B3-88EB-F8BAC48D945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1BB7BE-AB56-4500-8736-F7A0FFDBEE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develop a unified digital platform for managing academic and administrative tasks.</a:t>
          </a:r>
        </a:p>
      </dgm:t>
    </dgm:pt>
    <dgm:pt modelId="{7BECA293-D944-40DC-ACB6-1B57D4E0268A}" type="parTrans" cxnId="{5D7739B0-3FAE-4BEA-9C74-CD5FB843A8C9}">
      <dgm:prSet/>
      <dgm:spPr/>
      <dgm:t>
        <a:bodyPr/>
        <a:lstStyle/>
        <a:p>
          <a:endParaRPr lang="en-US"/>
        </a:p>
      </dgm:t>
    </dgm:pt>
    <dgm:pt modelId="{DB5C5082-462B-47DB-80CF-BFA6F0DEDF5D}" type="sibTrans" cxnId="{5D7739B0-3FAE-4BEA-9C74-CD5FB843A8C9}">
      <dgm:prSet/>
      <dgm:spPr/>
      <dgm:t>
        <a:bodyPr/>
        <a:lstStyle/>
        <a:p>
          <a:endParaRPr lang="en-US"/>
        </a:p>
      </dgm:t>
    </dgm:pt>
    <dgm:pt modelId="{09D0D7FB-6E27-4A77-9A8F-E65E1848313E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enhance student learning through accessible course materials and real-time updates.</a:t>
          </a:r>
        </a:p>
      </dgm:t>
    </dgm:pt>
    <dgm:pt modelId="{D2388E0E-9868-46B3-9A3B-0695805165A0}" type="parTrans" cxnId="{F7E83E1F-B3F6-4544-9E5A-A61E5EFC708F}">
      <dgm:prSet/>
      <dgm:spPr/>
      <dgm:t>
        <a:bodyPr/>
        <a:lstStyle/>
        <a:p>
          <a:endParaRPr lang="en-US"/>
        </a:p>
      </dgm:t>
    </dgm:pt>
    <dgm:pt modelId="{F008F582-3AFC-4BFB-BF11-7FA6FE7B8459}" type="sibTrans" cxnId="{F7E83E1F-B3F6-4544-9E5A-A61E5EFC708F}">
      <dgm:prSet/>
      <dgm:spPr/>
      <dgm:t>
        <a:bodyPr/>
        <a:lstStyle/>
        <a:p>
          <a:endParaRPr lang="en-US"/>
        </a:p>
      </dgm:t>
    </dgm:pt>
    <dgm:pt modelId="{114A9A5E-A796-4182-89E4-ECD779DD5C0D}">
      <dgm:prSet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improve institutional efficiency and reduce operational costs with streamlined processes</a:t>
          </a:r>
          <a:r>
            <a:rPr lang="en-US" dirty="0">
              <a:solidFill>
                <a:schemeClr val="bg1"/>
              </a:solidFill>
            </a:rPr>
            <a:t>.</a:t>
          </a:r>
        </a:p>
      </dgm:t>
    </dgm:pt>
    <dgm:pt modelId="{6E833C3C-1E00-4118-ADD3-530562DBAC3C}" type="parTrans" cxnId="{E9B66A37-C251-4B3D-8E15-8043C7BAEBEA}">
      <dgm:prSet/>
      <dgm:spPr/>
      <dgm:t>
        <a:bodyPr/>
        <a:lstStyle/>
        <a:p>
          <a:endParaRPr lang="en-US"/>
        </a:p>
      </dgm:t>
    </dgm:pt>
    <dgm:pt modelId="{760F047F-3D8F-4810-8E23-43001433B57E}" type="sibTrans" cxnId="{E9B66A37-C251-4B3D-8E15-8043C7BAEBEA}">
      <dgm:prSet/>
      <dgm:spPr/>
      <dgm:t>
        <a:bodyPr/>
        <a:lstStyle/>
        <a:p>
          <a:endParaRPr lang="en-US"/>
        </a:p>
      </dgm:t>
    </dgm:pt>
    <dgm:pt modelId="{A450E278-A392-4629-9D96-2291E3DC2DBB}" type="pres">
      <dgm:prSet presAssocID="{56BD0DE0-2891-49B3-88EB-F8BAC48D945E}" presName="root" presStyleCnt="0">
        <dgm:presLayoutVars>
          <dgm:dir/>
          <dgm:resizeHandles val="exact"/>
        </dgm:presLayoutVars>
      </dgm:prSet>
      <dgm:spPr/>
    </dgm:pt>
    <dgm:pt modelId="{90B3CCEB-32D3-4322-B57B-A55AE1D94351}" type="pres">
      <dgm:prSet presAssocID="{921BB7BE-AB56-4500-8736-F7A0FFDBEEFD}" presName="compNode" presStyleCnt="0"/>
      <dgm:spPr/>
    </dgm:pt>
    <dgm:pt modelId="{EC75DAD5-2EB8-451A-A1AD-34B82D949AF7}" type="pres">
      <dgm:prSet presAssocID="{921BB7BE-AB56-4500-8736-F7A0FFDBEEFD}" presName="bgRect" presStyleLbl="bgShp" presStyleIdx="0" presStyleCnt="3"/>
      <dgm:spPr>
        <a:solidFill>
          <a:schemeClr val="accent5">
            <a:lumMod val="40000"/>
            <a:lumOff val="60000"/>
          </a:schemeClr>
        </a:solidFill>
      </dgm:spPr>
    </dgm:pt>
    <dgm:pt modelId="{D2145FC9-0A38-4463-93C9-C1E711DD7642}" type="pres">
      <dgm:prSet presAssocID="{921BB7BE-AB56-4500-8736-F7A0FFDBEEFD}" presName="iconRect" presStyleLbl="node1" presStyleIdx="0" presStyleCnt="3"/>
      <dgm:spPr>
        <a:blipFill>
          <a:blip xmlns:r="http://schemas.openxmlformats.org/officeDocument/2006/relationships" r:embed="rId1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12114D9E-BD6E-4AD1-BA38-652CD025023B}" type="pres">
      <dgm:prSet presAssocID="{921BB7BE-AB56-4500-8736-F7A0FFDBEEFD}" presName="spaceRect" presStyleCnt="0"/>
      <dgm:spPr/>
    </dgm:pt>
    <dgm:pt modelId="{8D35830C-A300-45D7-B7C2-A9C004FEDABB}" type="pres">
      <dgm:prSet presAssocID="{921BB7BE-AB56-4500-8736-F7A0FFDBEEFD}" presName="parTx" presStyleLbl="revTx" presStyleIdx="0" presStyleCnt="3">
        <dgm:presLayoutVars>
          <dgm:chMax val="0"/>
          <dgm:chPref val="0"/>
        </dgm:presLayoutVars>
      </dgm:prSet>
      <dgm:spPr/>
    </dgm:pt>
    <dgm:pt modelId="{97DF2FD3-C743-4CFD-835C-45C63621FE9E}" type="pres">
      <dgm:prSet presAssocID="{DB5C5082-462B-47DB-80CF-BFA6F0DEDF5D}" presName="sibTrans" presStyleCnt="0"/>
      <dgm:spPr/>
    </dgm:pt>
    <dgm:pt modelId="{1A98391D-FE7A-4B89-82C1-A626202148BD}" type="pres">
      <dgm:prSet presAssocID="{09D0D7FB-6E27-4A77-9A8F-E65E1848313E}" presName="compNode" presStyleCnt="0"/>
      <dgm:spPr/>
    </dgm:pt>
    <dgm:pt modelId="{641A07F8-562C-48F2-9694-C08BB8A405C4}" type="pres">
      <dgm:prSet presAssocID="{09D0D7FB-6E27-4A77-9A8F-E65E1848313E}" presName="bgRect" presStyleLbl="bgShp" presStyleIdx="1" presStyleCnt="3"/>
      <dgm:spPr>
        <a:solidFill>
          <a:schemeClr val="accent5">
            <a:lumMod val="40000"/>
            <a:lumOff val="60000"/>
          </a:schemeClr>
        </a:solidFill>
      </dgm:spPr>
    </dgm:pt>
    <dgm:pt modelId="{A2FB8919-048E-4229-8619-52E298D9B819}" type="pres">
      <dgm:prSet presAssocID="{09D0D7FB-6E27-4A77-9A8F-E65E1848313E}" presName="iconRect" presStyleLbl="node1" presStyleIdx="1" presStyleCnt="3"/>
      <dgm:spPr>
        <a:blipFill>
          <a:blip xmlns:r="http://schemas.openxmlformats.org/officeDocument/2006/relationships"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7D69384-4230-4916-9AD2-F2FDE80B2003}" type="pres">
      <dgm:prSet presAssocID="{09D0D7FB-6E27-4A77-9A8F-E65E1848313E}" presName="spaceRect" presStyleCnt="0"/>
      <dgm:spPr/>
    </dgm:pt>
    <dgm:pt modelId="{77A4FE5D-57A0-4DAB-9765-6187014275A2}" type="pres">
      <dgm:prSet presAssocID="{09D0D7FB-6E27-4A77-9A8F-E65E1848313E}" presName="parTx" presStyleLbl="revTx" presStyleIdx="1" presStyleCnt="3">
        <dgm:presLayoutVars>
          <dgm:chMax val="0"/>
          <dgm:chPref val="0"/>
        </dgm:presLayoutVars>
      </dgm:prSet>
      <dgm:spPr/>
    </dgm:pt>
    <dgm:pt modelId="{A83F4D7B-BBD4-4DD3-AFFC-421F6A96DCC2}" type="pres">
      <dgm:prSet presAssocID="{F008F582-3AFC-4BFB-BF11-7FA6FE7B8459}" presName="sibTrans" presStyleCnt="0"/>
      <dgm:spPr/>
    </dgm:pt>
    <dgm:pt modelId="{7837656B-8B06-4527-B9DC-C918879748B3}" type="pres">
      <dgm:prSet presAssocID="{114A9A5E-A796-4182-89E4-ECD779DD5C0D}" presName="compNode" presStyleCnt="0"/>
      <dgm:spPr/>
    </dgm:pt>
    <dgm:pt modelId="{AF5C358B-11D8-4DEE-B9FB-1F3C48ECA07A}" type="pres">
      <dgm:prSet presAssocID="{114A9A5E-A796-4182-89E4-ECD779DD5C0D}" presName="bgRect" presStyleLbl="bgShp" presStyleIdx="2" presStyleCnt="3"/>
      <dgm:spPr>
        <a:solidFill>
          <a:schemeClr val="accent5">
            <a:lumMod val="40000"/>
            <a:lumOff val="60000"/>
          </a:schemeClr>
        </a:solidFill>
      </dgm:spPr>
    </dgm:pt>
    <dgm:pt modelId="{78D99B13-3D19-4A0B-8348-93B2BF19F6B6}" type="pres">
      <dgm:prSet presAssocID="{114A9A5E-A796-4182-89E4-ECD779DD5C0D}" presName="iconRect" presStyleLbl="node1" presStyleIdx="2" presStyleCnt="3"/>
      <dgm:spPr>
        <a:blipFill>
          <a:blip xmlns:r="http://schemas.openxmlformats.org/officeDocument/2006/relationships"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521C154-BBCE-4028-B17A-1B012C70D3DD}" type="pres">
      <dgm:prSet presAssocID="{114A9A5E-A796-4182-89E4-ECD779DD5C0D}" presName="spaceRect" presStyleCnt="0"/>
      <dgm:spPr/>
    </dgm:pt>
    <dgm:pt modelId="{A0F50ED0-91C5-403F-B5D6-63A90D553643}" type="pres">
      <dgm:prSet presAssocID="{114A9A5E-A796-4182-89E4-ECD779DD5C0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7E83E1F-B3F6-4544-9E5A-A61E5EFC708F}" srcId="{56BD0DE0-2891-49B3-88EB-F8BAC48D945E}" destId="{09D0D7FB-6E27-4A77-9A8F-E65E1848313E}" srcOrd="1" destOrd="0" parTransId="{D2388E0E-9868-46B3-9A3B-0695805165A0}" sibTransId="{F008F582-3AFC-4BFB-BF11-7FA6FE7B8459}"/>
    <dgm:cxn modelId="{E9B66A37-C251-4B3D-8E15-8043C7BAEBEA}" srcId="{56BD0DE0-2891-49B3-88EB-F8BAC48D945E}" destId="{114A9A5E-A796-4182-89E4-ECD779DD5C0D}" srcOrd="2" destOrd="0" parTransId="{6E833C3C-1E00-4118-ADD3-530562DBAC3C}" sibTransId="{760F047F-3D8F-4810-8E23-43001433B57E}"/>
    <dgm:cxn modelId="{6AFE5A97-8D2C-4449-87ED-3DA88F26D60F}" type="presOf" srcId="{56BD0DE0-2891-49B3-88EB-F8BAC48D945E}" destId="{A450E278-A392-4629-9D96-2291E3DC2DBB}" srcOrd="0" destOrd="0" presId="urn:microsoft.com/office/officeart/2018/2/layout/IconVerticalSolidList"/>
    <dgm:cxn modelId="{5D7739B0-3FAE-4BEA-9C74-CD5FB843A8C9}" srcId="{56BD0DE0-2891-49B3-88EB-F8BAC48D945E}" destId="{921BB7BE-AB56-4500-8736-F7A0FFDBEEFD}" srcOrd="0" destOrd="0" parTransId="{7BECA293-D944-40DC-ACB6-1B57D4E0268A}" sibTransId="{DB5C5082-462B-47DB-80CF-BFA6F0DEDF5D}"/>
    <dgm:cxn modelId="{0B64E4BF-55B3-4757-A2A2-83DBCF39728D}" type="presOf" srcId="{114A9A5E-A796-4182-89E4-ECD779DD5C0D}" destId="{A0F50ED0-91C5-403F-B5D6-63A90D553643}" srcOrd="0" destOrd="0" presId="urn:microsoft.com/office/officeart/2018/2/layout/IconVerticalSolidList"/>
    <dgm:cxn modelId="{AD437EF4-02EE-4595-B33E-D135BB3830B5}" type="presOf" srcId="{09D0D7FB-6E27-4A77-9A8F-E65E1848313E}" destId="{77A4FE5D-57A0-4DAB-9765-6187014275A2}" srcOrd="0" destOrd="0" presId="urn:microsoft.com/office/officeart/2018/2/layout/IconVerticalSolidList"/>
    <dgm:cxn modelId="{A6D148FB-4425-4662-BA6E-94C8F72D8049}" type="presOf" srcId="{921BB7BE-AB56-4500-8736-F7A0FFDBEEFD}" destId="{8D35830C-A300-45D7-B7C2-A9C004FEDABB}" srcOrd="0" destOrd="0" presId="urn:microsoft.com/office/officeart/2018/2/layout/IconVerticalSolidList"/>
    <dgm:cxn modelId="{C3AF239B-33C9-48B0-80B9-7D7C137FD4FF}" type="presParOf" srcId="{A450E278-A392-4629-9D96-2291E3DC2DBB}" destId="{90B3CCEB-32D3-4322-B57B-A55AE1D94351}" srcOrd="0" destOrd="0" presId="urn:microsoft.com/office/officeart/2018/2/layout/IconVerticalSolidList"/>
    <dgm:cxn modelId="{D3824A96-2DF0-4ACF-B5F8-C8FEB2E8B9AA}" type="presParOf" srcId="{90B3CCEB-32D3-4322-B57B-A55AE1D94351}" destId="{EC75DAD5-2EB8-451A-A1AD-34B82D949AF7}" srcOrd="0" destOrd="0" presId="urn:microsoft.com/office/officeart/2018/2/layout/IconVerticalSolidList"/>
    <dgm:cxn modelId="{6D6FE809-5E92-4990-8D62-8624A77CCBCE}" type="presParOf" srcId="{90B3CCEB-32D3-4322-B57B-A55AE1D94351}" destId="{D2145FC9-0A38-4463-93C9-C1E711DD7642}" srcOrd="1" destOrd="0" presId="urn:microsoft.com/office/officeart/2018/2/layout/IconVerticalSolidList"/>
    <dgm:cxn modelId="{718306E7-48B8-4DF7-AF64-90D19E0B57B1}" type="presParOf" srcId="{90B3CCEB-32D3-4322-B57B-A55AE1D94351}" destId="{12114D9E-BD6E-4AD1-BA38-652CD025023B}" srcOrd="2" destOrd="0" presId="urn:microsoft.com/office/officeart/2018/2/layout/IconVerticalSolidList"/>
    <dgm:cxn modelId="{4FBC3C3A-BB0A-4399-8506-AA28FFFDDADE}" type="presParOf" srcId="{90B3CCEB-32D3-4322-B57B-A55AE1D94351}" destId="{8D35830C-A300-45D7-B7C2-A9C004FEDABB}" srcOrd="3" destOrd="0" presId="urn:microsoft.com/office/officeart/2018/2/layout/IconVerticalSolidList"/>
    <dgm:cxn modelId="{9E29B25B-24B9-44CC-93D2-81A53FD78BFA}" type="presParOf" srcId="{A450E278-A392-4629-9D96-2291E3DC2DBB}" destId="{97DF2FD3-C743-4CFD-835C-45C63621FE9E}" srcOrd="1" destOrd="0" presId="urn:microsoft.com/office/officeart/2018/2/layout/IconVerticalSolidList"/>
    <dgm:cxn modelId="{08A18722-5BC9-402B-8D63-9112A897A0BC}" type="presParOf" srcId="{A450E278-A392-4629-9D96-2291E3DC2DBB}" destId="{1A98391D-FE7A-4B89-82C1-A626202148BD}" srcOrd="2" destOrd="0" presId="urn:microsoft.com/office/officeart/2018/2/layout/IconVerticalSolidList"/>
    <dgm:cxn modelId="{6629CEAD-2F9A-4468-8153-18E5CDCECB85}" type="presParOf" srcId="{1A98391D-FE7A-4B89-82C1-A626202148BD}" destId="{641A07F8-562C-48F2-9694-C08BB8A405C4}" srcOrd="0" destOrd="0" presId="urn:microsoft.com/office/officeart/2018/2/layout/IconVerticalSolidList"/>
    <dgm:cxn modelId="{F09DAFB7-627C-4091-BC3A-A49E4C9AA62B}" type="presParOf" srcId="{1A98391D-FE7A-4B89-82C1-A626202148BD}" destId="{A2FB8919-048E-4229-8619-52E298D9B819}" srcOrd="1" destOrd="0" presId="urn:microsoft.com/office/officeart/2018/2/layout/IconVerticalSolidList"/>
    <dgm:cxn modelId="{8AE36CBA-C8FC-444A-9816-865D7DA3B7AE}" type="presParOf" srcId="{1A98391D-FE7A-4B89-82C1-A626202148BD}" destId="{47D69384-4230-4916-9AD2-F2FDE80B2003}" srcOrd="2" destOrd="0" presId="urn:microsoft.com/office/officeart/2018/2/layout/IconVerticalSolidList"/>
    <dgm:cxn modelId="{51AF924E-1B58-48DF-AB5C-881BFA810EA3}" type="presParOf" srcId="{1A98391D-FE7A-4B89-82C1-A626202148BD}" destId="{77A4FE5D-57A0-4DAB-9765-6187014275A2}" srcOrd="3" destOrd="0" presId="urn:microsoft.com/office/officeart/2018/2/layout/IconVerticalSolidList"/>
    <dgm:cxn modelId="{D3423024-51E2-43A8-B889-B7C6C999ED86}" type="presParOf" srcId="{A450E278-A392-4629-9D96-2291E3DC2DBB}" destId="{A83F4D7B-BBD4-4DD3-AFFC-421F6A96DCC2}" srcOrd="3" destOrd="0" presId="urn:microsoft.com/office/officeart/2018/2/layout/IconVerticalSolidList"/>
    <dgm:cxn modelId="{0E5B380B-D2E7-44DA-A100-6D9FAF19DB69}" type="presParOf" srcId="{A450E278-A392-4629-9D96-2291E3DC2DBB}" destId="{7837656B-8B06-4527-B9DC-C918879748B3}" srcOrd="4" destOrd="0" presId="urn:microsoft.com/office/officeart/2018/2/layout/IconVerticalSolidList"/>
    <dgm:cxn modelId="{ED2D3288-D998-461E-8DED-DE053D86C988}" type="presParOf" srcId="{7837656B-8B06-4527-B9DC-C918879748B3}" destId="{AF5C358B-11D8-4DEE-B9FB-1F3C48ECA07A}" srcOrd="0" destOrd="0" presId="urn:microsoft.com/office/officeart/2018/2/layout/IconVerticalSolidList"/>
    <dgm:cxn modelId="{57A8D644-B1CF-49FB-85FA-2C044F403729}" type="presParOf" srcId="{7837656B-8B06-4527-B9DC-C918879748B3}" destId="{78D99B13-3D19-4A0B-8348-93B2BF19F6B6}" srcOrd="1" destOrd="0" presId="urn:microsoft.com/office/officeart/2018/2/layout/IconVerticalSolidList"/>
    <dgm:cxn modelId="{9F1F64D0-BA8A-45D1-A0FE-F82C11E08B6A}" type="presParOf" srcId="{7837656B-8B06-4527-B9DC-C918879748B3}" destId="{F521C154-BBCE-4028-B17A-1B012C70D3DD}" srcOrd="2" destOrd="0" presId="urn:microsoft.com/office/officeart/2018/2/layout/IconVerticalSolidList"/>
    <dgm:cxn modelId="{B2D735E8-F1B6-4D93-B0D1-1DD0B141B2E5}" type="presParOf" srcId="{7837656B-8B06-4527-B9DC-C918879748B3}" destId="{A0F50ED0-91C5-403F-B5D6-63A90D5536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5DAD5-2EB8-451A-A1AD-34B82D949AF7}">
      <dsp:nvSpPr>
        <dsp:cNvPr id="0" name=""/>
        <dsp:cNvSpPr/>
      </dsp:nvSpPr>
      <dsp:spPr>
        <a:xfrm>
          <a:off x="0" y="444"/>
          <a:ext cx="6367508" cy="1039267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5FC9-0A38-4463-93C9-C1E711DD7642}">
      <dsp:nvSpPr>
        <dsp:cNvPr id="0" name=""/>
        <dsp:cNvSpPr/>
      </dsp:nvSpPr>
      <dsp:spPr>
        <a:xfrm>
          <a:off x="314378" y="234279"/>
          <a:ext cx="571596" cy="571596"/>
        </a:xfrm>
        <a:prstGeom prst="rect">
          <a:avLst/>
        </a:prstGeom>
        <a:blipFill>
          <a:blip xmlns:r="http://schemas.openxmlformats.org/officeDocument/2006/relationships" r:embed="rId1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5830C-A300-45D7-B7C2-A9C004FEDABB}">
      <dsp:nvSpPr>
        <dsp:cNvPr id="0" name=""/>
        <dsp:cNvSpPr/>
      </dsp:nvSpPr>
      <dsp:spPr>
        <a:xfrm>
          <a:off x="1200353" y="444"/>
          <a:ext cx="5167154" cy="10392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989" tIns="109989" rIns="109989" bIns="10998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develop a unified digital platform for managing academic and administrative tasks.</a:t>
          </a:r>
        </a:p>
      </dsp:txBody>
      <dsp:txXfrm>
        <a:off x="1200353" y="444"/>
        <a:ext cx="5167154" cy="1039267"/>
      </dsp:txXfrm>
    </dsp:sp>
    <dsp:sp modelId="{641A07F8-562C-48F2-9694-C08BB8A405C4}">
      <dsp:nvSpPr>
        <dsp:cNvPr id="0" name=""/>
        <dsp:cNvSpPr/>
      </dsp:nvSpPr>
      <dsp:spPr>
        <a:xfrm>
          <a:off x="0" y="1299527"/>
          <a:ext cx="6367508" cy="1039267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FB8919-048E-4229-8619-52E298D9B819}">
      <dsp:nvSpPr>
        <dsp:cNvPr id="0" name=""/>
        <dsp:cNvSpPr/>
      </dsp:nvSpPr>
      <dsp:spPr>
        <a:xfrm>
          <a:off x="314378" y="1533363"/>
          <a:ext cx="571596" cy="571596"/>
        </a:xfrm>
        <a:prstGeom prst="rect">
          <a:avLst/>
        </a:prstGeom>
        <a:blipFill>
          <a:blip xmlns:r="http://schemas.openxmlformats.org/officeDocument/2006/relationships"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4FE5D-57A0-4DAB-9765-6187014275A2}">
      <dsp:nvSpPr>
        <dsp:cNvPr id="0" name=""/>
        <dsp:cNvSpPr/>
      </dsp:nvSpPr>
      <dsp:spPr>
        <a:xfrm>
          <a:off x="1200353" y="1299527"/>
          <a:ext cx="5167154" cy="1039267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989" tIns="109989" rIns="109989" bIns="10998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enhance student learning through accessible course materials and real-time updates.</a:t>
          </a:r>
        </a:p>
      </dsp:txBody>
      <dsp:txXfrm>
        <a:off x="1200353" y="1299527"/>
        <a:ext cx="5167154" cy="1039267"/>
      </dsp:txXfrm>
    </dsp:sp>
    <dsp:sp modelId="{AF5C358B-11D8-4DEE-B9FB-1F3C48ECA07A}">
      <dsp:nvSpPr>
        <dsp:cNvPr id="0" name=""/>
        <dsp:cNvSpPr/>
      </dsp:nvSpPr>
      <dsp:spPr>
        <a:xfrm>
          <a:off x="0" y="2598611"/>
          <a:ext cx="6367508" cy="1039267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D99B13-3D19-4A0B-8348-93B2BF19F6B6}">
      <dsp:nvSpPr>
        <dsp:cNvPr id="0" name=""/>
        <dsp:cNvSpPr/>
      </dsp:nvSpPr>
      <dsp:spPr>
        <a:xfrm>
          <a:off x="314378" y="2832446"/>
          <a:ext cx="571596" cy="571596"/>
        </a:xfrm>
        <a:prstGeom prst="rect">
          <a:avLst/>
        </a:prstGeom>
        <a:blipFill>
          <a:blip xmlns:r="http://schemas.openxmlformats.org/officeDocument/2006/relationships"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50ED0-91C5-403F-B5D6-63A90D553643}">
      <dsp:nvSpPr>
        <dsp:cNvPr id="0" name=""/>
        <dsp:cNvSpPr/>
      </dsp:nvSpPr>
      <dsp:spPr>
        <a:xfrm>
          <a:off x="1200353" y="2598611"/>
          <a:ext cx="5167154" cy="1039267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989" tIns="109989" rIns="109989" bIns="10998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 improve institutional efficiency and reduce operational costs with streamlined processes</a:t>
          </a:r>
          <a:r>
            <a:rPr lang="en-US" sz="2000" kern="1200" dirty="0">
              <a:solidFill>
                <a:schemeClr val="bg1"/>
              </a:solidFill>
            </a:rPr>
            <a:t>.</a:t>
          </a:r>
        </a:p>
      </dsp:txBody>
      <dsp:txXfrm>
        <a:off x="1200353" y="2598611"/>
        <a:ext cx="5167154" cy="10392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7/5/2025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11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99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742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anchor="b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algn="r">
              <a:defRPr sz="1200">
                <a:solidFill>
                  <a:schemeClr val="tx1"/>
                </a:solidFill>
              </a:defRPr>
            </a:lvl2pPr>
            <a:lvl3pPr algn="r">
              <a:defRPr sz="1200">
                <a:solidFill>
                  <a:schemeClr val="tx1"/>
                </a:solidFill>
              </a:defRPr>
            </a:lvl3pPr>
            <a:lvl4pPr algn="r">
              <a:defRPr sz="1200">
                <a:solidFill>
                  <a:schemeClr val="tx1"/>
                </a:solidFill>
              </a:defRPr>
            </a:lvl4pPr>
            <a:lvl5pPr algn="r"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47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59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  <a:gs pos="67000">
              <a:schemeClr val="accent5">
                <a:lumMod val="40000"/>
                <a:lumOff val="60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4" r:id="rId17"/>
    <p:sldLayoutId id="2147483726" r:id="rId18"/>
    <p:sldLayoutId id="2147483728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Learning Management System (eCampus)</a:t>
            </a:r>
          </a:p>
        </p:txBody>
      </p:sp>
      <p:pic>
        <p:nvPicPr>
          <p:cNvPr id="9" name="Picture Placeholder 8" descr="A person sitting at a desk&#10;&#10;AI-generated content may be incorrect.">
            <a:extLst>
              <a:ext uri="{FF2B5EF4-FFF2-40B4-BE49-F238E27FC236}">
                <a16:creationId xmlns:a16="http://schemas.microsoft.com/office/drawing/2014/main" id="{DCF11CC8-3B27-5F25-0B5A-DBD0BAB0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6" r="430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5"/>
            <a:ext cx="11090275" cy="62351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229360"/>
            <a:ext cx="11090274" cy="5103178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pPr marL="285750" indent="-285750">
              <a:buClr>
                <a:schemeClr val="bg2">
                  <a:lumMod val="75000"/>
                  <a:lumOff val="2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>
              <a:buClr>
                <a:schemeClr val="bg2">
                  <a:lumMod val="75000"/>
                  <a:lumOff val="25000"/>
                </a:schemeClr>
              </a:buClr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person touching a screen">
            <a:extLst>
              <a:ext uri="{FF2B5EF4-FFF2-40B4-BE49-F238E27FC236}">
                <a16:creationId xmlns:a16="http://schemas.microsoft.com/office/drawing/2014/main" id="{8D3BEF3C-9D7C-3A2A-9750-9265FD9ED9B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3630"/>
          <a:stretch>
            <a:fillRect/>
          </a:stretch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332287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704" y="5086606"/>
            <a:ext cx="6112696" cy="1180929"/>
          </a:xfrm>
        </p:spPr>
        <p:txBody>
          <a:bodyPr vert="horz" wrap="square" lIns="0" tIns="0" rIns="0" bIns="0" rtlCol="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cartoon character of a child reading a book&#10;&#10;AI-generated content may be incorrect.">
            <a:extLst>
              <a:ext uri="{FF2B5EF4-FFF2-40B4-BE49-F238E27FC236}">
                <a16:creationId xmlns:a16="http://schemas.microsoft.com/office/drawing/2014/main" id="{7A168A56-82B3-002F-CC1C-0C5637F9F4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11820" y="691126"/>
            <a:ext cx="4665807" cy="4665807"/>
          </a:xfr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B573BC4A-01BA-9DC3-00FD-698759C228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3889" y="499993"/>
            <a:ext cx="6654800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face challenges due to disconnected systems and manual processes.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delays, errors, and inefficiencies in academic workflows.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struggle to access timely information and track their academic progress.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Teachers and staff find it difficult to manage courses and communicate effectively.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unified platform increases workload and reduces transparency.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are more critical with the rise of remote and flexible learning.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7030A0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introduces a centralized Learning Management System (LMS).</a:t>
            </a: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5"/>
            <a:ext cx="7960421" cy="76136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D47C07-EA14-772B-5E60-B296985CB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2" y="1227858"/>
            <a:ext cx="796042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use disconnected systems or manual processes.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delays, inefficiencies, and frequent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struggle to access timely information and track progress.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 and staff face difficulty managing schedules, assignments, and communication.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 unified platform increases workload and reduces transparency.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digital, flexible learning is growing but remains unmet.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27" y="551774"/>
            <a:ext cx="4899628" cy="732183"/>
          </a:xfrm>
          <a:noFill/>
        </p:spPr>
        <p:txBody>
          <a:bodyPr anchor="b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Objective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BB68A685-681A-E7ED-8FF9-5126D5E557C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19733918"/>
              </p:ext>
            </p:extLst>
          </p:nvPr>
        </p:nvGraphicFramePr>
        <p:xfrm>
          <a:off x="314960" y="1488420"/>
          <a:ext cx="6367508" cy="3638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7" name="Picture Placeholder 16" descr="Arrows in the center of a target">
            <a:extLst>
              <a:ext uri="{FF2B5EF4-FFF2-40B4-BE49-F238E27FC236}">
                <a16:creationId xmlns:a16="http://schemas.microsoft.com/office/drawing/2014/main" id="{5D5A05E1-31AF-7C8D-6AE1-99EE86D7F8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0" r="20370"/>
          <a:stretch>
            <a:fillRect/>
          </a:stretch>
        </p:blipFill>
        <p:spPr>
          <a:xfrm>
            <a:off x="6788346" y="0"/>
            <a:ext cx="5403239" cy="6858000"/>
          </a:xfrm>
        </p:spPr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E1E58-3CEC-5A78-8A59-9B5FA90619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9B777B-DE0A-DC53-4EB7-9642872979D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F54B-7A95-C5BE-B047-EF0DFB10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D50F-EE38-5D4B-05E3-C73EC92164A4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85BC2-5DA5-22B1-8A25-D8AB0339FD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8E4AE0-7615-8283-0CB8-F5022ACFC4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01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  <a:gs pos="67000">
              <a:schemeClr val="accent5">
                <a:lumMod val="40000"/>
                <a:lumOff val="60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0E13E-43B4-E7EB-3DD8-170AF17E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12CC4-FCF3-40BD-C22A-9541EB3F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15322"/>
            <a:ext cx="6373812" cy="948439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Gantt Chart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ACE9CC-FA52-49A8-A8CB-4C6772C48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4"/>
            <a:ext cx="12192000" cy="4774566"/>
          </a:xfrm>
          <a:prstGeom prst="rect">
            <a:avLst/>
          </a:prstGeom>
          <a:solidFill>
            <a:schemeClr val="bg2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6BA8F7-224E-5C4E-AB8D-8C14E24D87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4" y="996060"/>
            <a:ext cx="11317048" cy="5576936"/>
          </a:xfrm>
          <a:custGeom>
            <a:avLst/>
            <a:gdLst/>
            <a:ahLst/>
            <a:cxnLst/>
            <a:rect l="l" t="t" r="r" b="b"/>
            <a:pathLst>
              <a:path w="12192000" h="4225290">
                <a:moveTo>
                  <a:pt x="0" y="0"/>
                </a:moveTo>
                <a:lnTo>
                  <a:pt x="12192000" y="0"/>
                </a:lnTo>
                <a:lnTo>
                  <a:pt x="12192000" y="4225290"/>
                </a:lnTo>
                <a:lnTo>
                  <a:pt x="0" y="4225290"/>
                </a:lnTo>
                <a:close/>
              </a:path>
            </a:pathLst>
          </a:custGeom>
          <a:noFill/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8B56926-F216-4281-9196-1495BD306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6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  <a:gs pos="67000">
              <a:schemeClr val="accent5">
                <a:lumMod val="40000"/>
                <a:lumOff val="60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Placeholder 6" descr="A close-up of a sign&#10;&#10;AI-generated content may be incorrect.">
            <a:extLst>
              <a:ext uri="{FF2B5EF4-FFF2-40B4-BE49-F238E27FC236}">
                <a16:creationId xmlns:a16="http://schemas.microsoft.com/office/drawing/2014/main" id="{4B85CFB4-E648-3B0A-E061-0D7EFA8F1A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97" b="12897"/>
          <a:stretch>
            <a:fillRect/>
          </a:stretch>
        </p:blipFill>
        <p:spPr>
          <a:xfrm>
            <a:off x="20" y="2"/>
            <a:ext cx="12191980" cy="3809998"/>
          </a:xfrm>
          <a:custGeom>
            <a:avLst/>
            <a:gdLst/>
            <a:ahLst/>
            <a:cxnLst/>
            <a:rect l="l" t="t" r="r" b="b"/>
            <a:pathLst>
              <a:path w="12192000" h="3777175">
                <a:moveTo>
                  <a:pt x="0" y="0"/>
                </a:moveTo>
                <a:lnTo>
                  <a:pt x="12192000" y="0"/>
                </a:lnTo>
                <a:lnTo>
                  <a:pt x="12192000" y="3777175"/>
                </a:lnTo>
                <a:lnTo>
                  <a:pt x="0" y="3777175"/>
                </a:lnTo>
                <a:close/>
              </a:path>
            </a:pathLst>
          </a:cu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C5D31EF7-7A67-43B2-8B5E-B4A6241B1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13" y="360283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009926"/>
            <a:ext cx="11988800" cy="2848072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568325" lvl="0" indent="-284163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unified and user-friendly platform that streamlines attendance, scheduling, assignments, and communication, improving overall academic efficiency.</a:t>
            </a:r>
          </a:p>
          <a:p>
            <a:pPr marL="568325" lvl="0" indent="-284163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enhance collaboration and academic integrity through plagiarism detection, while supporting personalized learning and minimizing manual workload and costs.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  <a:gs pos="67000">
              <a:schemeClr val="accent5">
                <a:lumMod val="40000"/>
                <a:lumOff val="60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70A59-665A-B5F0-6F8C-094A1C19F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9ADF86A-DE49-3B22-6F14-19CD4830B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712A10F-2D15-1BED-4F3E-682FFCFC4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ADA010F-DFC6-586F-DD01-73E72E441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446ECAE-960E-F646-39B1-D2EE8BF88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64C281-7069-703D-22C4-9B6C48DB1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AF65CC0-0788-C358-340F-C1EC5F3B3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454FEF9-7072-A587-6659-A66360DC4E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0" r="4040"/>
          <a:stretch/>
        </p:blipFill>
        <p:spPr>
          <a:xfrm>
            <a:off x="20" y="2"/>
            <a:ext cx="12191980" cy="3840478"/>
          </a:xfrm>
          <a:custGeom>
            <a:avLst/>
            <a:gdLst/>
            <a:ahLst/>
            <a:cxnLst/>
            <a:rect l="l" t="t" r="r" b="b"/>
            <a:pathLst>
              <a:path w="12192000" h="3777175">
                <a:moveTo>
                  <a:pt x="0" y="0"/>
                </a:moveTo>
                <a:lnTo>
                  <a:pt x="12192000" y="0"/>
                </a:lnTo>
                <a:lnTo>
                  <a:pt x="12192000" y="3777175"/>
                </a:lnTo>
                <a:lnTo>
                  <a:pt x="0" y="3777175"/>
                </a:lnTo>
                <a:close/>
              </a:path>
            </a:pathLst>
          </a:cu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2672B72C-F4BC-DBA5-774E-8CA665AD3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13" y="360283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052FE-6055-029C-2A68-04B86C598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009926"/>
            <a:ext cx="12191999" cy="2848072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0FB570-CB3D-1C10-8A54-57FDB3228033}"/>
              </a:ext>
            </a:extLst>
          </p:cNvPr>
          <p:cNvSpPr txBox="1"/>
          <p:nvPr/>
        </p:nvSpPr>
        <p:spPr>
          <a:xfrm>
            <a:off x="9190333" y="4124960"/>
            <a:ext cx="26389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- Biplov Karki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Prerana Koirala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766440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{D232F4A8-7664-463E-AF9A-E9817BD7E38C}TF7eddf224-c89c-478f-8f2f-bfb086892169e70e2347_win32-b3bdf7c6e0ee</Template>
  <TotalTime>80</TotalTime>
  <Words>273</Words>
  <Application>Microsoft Office PowerPoint</Application>
  <PresentationFormat>Widescreen</PresentationFormat>
  <Paragraphs>47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Gill Sans MT</vt:lpstr>
      <vt:lpstr>Times New Roman</vt:lpstr>
      <vt:lpstr>Walbaum Display</vt:lpstr>
      <vt:lpstr>Wingdings</vt:lpstr>
      <vt:lpstr>3DFloatVTI</vt:lpstr>
      <vt:lpstr>Learning Management System (eCampus)</vt:lpstr>
      <vt:lpstr>Agenda</vt:lpstr>
      <vt:lpstr>Introduction</vt:lpstr>
      <vt:lpstr>PowerPoint Presentation</vt:lpstr>
      <vt:lpstr>Problem Statement</vt:lpstr>
      <vt:lpstr>Objective</vt:lpstr>
      <vt:lpstr>Methodology</vt:lpstr>
      <vt:lpstr>Methodology</vt:lpstr>
      <vt:lpstr>Gantt Chart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prerana koirala</dc:creator>
  <cp:lastModifiedBy>prerana koirala</cp:lastModifiedBy>
  <cp:revision>5</cp:revision>
  <dcterms:created xsi:type="dcterms:W3CDTF">2025-07-05T17:06:50Z</dcterms:created>
  <dcterms:modified xsi:type="dcterms:W3CDTF">2025-07-05T18:26:51Z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